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b7fa7b1-51a8-960d-0f3a-9ec3946229b7}">
          <p14:sldIdLst>
            <p14:sldId id="256"/>
          </p14:sldIdLst>
        </p14:section>
        <p14:section name="Problem and Goals" id="{fee2539a-f17c-db50-b3d7-dd40be2a0372}">
          <p14:sldIdLst>
            <p14:sldId id="257"/>
            <p14:sldId id="258"/>
          </p14:sldIdLst>
        </p14:section>
        <p14:section name="Design" id="{819b295b-5640-d8d8-8470-653e9fee82d3}">
          <p14:sldIdLst>
            <p14:sldId id="259"/>
            <p14:sldId id="260"/>
          </p14:sldIdLst>
        </p14:section>
        <p14:section name="Workflow" id="{61cda7e6-3f00-42fc-b2c2-aa88b45e0260}">
          <p14:sldIdLst>
            <p14:sldId id="261"/>
          </p14:sldIdLst>
        </p14:section>
        <p14:section name="Wrap-up" id="{8fa144fc-8122-88e7-d6bd-97ea49443b6f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Progress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3AED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5E7E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Done</c:v>
                </c:pt>
                <c:pt idx="1">
                  <c:v>Left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Progress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3AED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5E7E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Done</c:v>
                </c:pt>
                <c:pt idx="1">
                  <c:v>Left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MERN-based habit tracker. Add your name, roll number, department and college in the placeholders.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manual tracking falls short, then position the web application as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objectives, then the four key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one request: user action, React frontend, Express REST API on Node.js, MongoDB, response back to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habit document has seven fields. Each CRUD operation maps to a REST method; the sample record is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six-step journey on the left; the dashboard on the right is an illustrative proposed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expected outcomes and benefits, read the conclusion, then thank the audience. These are expected outcomes, not tested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005840"/>
            <a:ext cx="45720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Habit Tracking Application  |  MERN Stack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1" Type="http://schemas.openxmlformats.org/officeDocument/2006/relationships/chart" Target="/ppt/charts/chart2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2" Type="http://schemas.openxmlformats.org/officeDocument/2006/relationships/image" Target="../media/image-6-11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B5FD"/>
                </a:solidFill>
              </a:rPr>
              <a:t>COLLEGE PROJECT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10058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HABIT TRACKING APPLICATION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</a:rPr>
              <a:t>A MERN Stack-Based Daily Habit and Progress Management System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0175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MongoDB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00200" y="3017520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00200" y="30175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Express.js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3017520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30175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React.js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86200" y="3017520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86200" y="30175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Node.js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6118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9D5FF"/>
                </a:solidFill>
              </a:rPr>
              <a:t>Student Name: [Your Name]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9D5FF"/>
                </a:solidFill>
              </a:rPr>
              <a:t>Roll Number: [Roll Number]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9D5FF"/>
                </a:solidFill>
              </a:rPr>
              <a:t>Department: [Department]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9D5FF"/>
                </a:solidFill>
              </a:rPr>
              <a:t>College: [College Name]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57800" y="502920"/>
            <a:ext cx="3429000" cy="4114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440680" y="658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Today's Habits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914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Dashboard preview (illustration)</a:t>
            </a:r>
            <a:endParaRPr lang="en-US" sz="1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440680" y="1234440"/>
          <a:ext cx="132588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5440680" y="1645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60%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5440680" y="199339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done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49440" y="132588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1481328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424928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2400E"/>
                </a:solidFill>
              </a:rPr>
              <a:t>12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7059168" y="1764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day streak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949440" y="2148840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94944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3 of 5 done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440680" y="2724912"/>
            <a:ext cx="256032" cy="25603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2788920"/>
            <a:ext cx="128016" cy="12801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806440" y="27249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Drink Water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7726680" y="27249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Done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5440680" y="3090672"/>
            <a:ext cx="256032" cy="25603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688" y="3154680"/>
            <a:ext cx="128016" cy="12801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5806440" y="30906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Read 20 pages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7726680" y="3090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Done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5440680" y="3456432"/>
            <a:ext cx="256032" cy="25603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688" y="3520440"/>
            <a:ext cx="128016" cy="128016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5806440" y="3456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Exercise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7726680" y="34564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Done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5440680" y="3822192"/>
            <a:ext cx="256032" cy="256032"/>
          </a:xfrm>
          <a:prstGeom prst="ellipse">
            <a:avLst/>
          </a:prstGeom>
          <a:solidFill>
            <a:schemeClr val="bg1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5806440" y="3822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Meditate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7726680" y="38221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Pending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5440680" y="4187952"/>
            <a:ext cx="256032" cy="256032"/>
          </a:xfrm>
          <a:prstGeom prst="ellipse">
            <a:avLst/>
          </a:prstGeom>
          <a:solidFill>
            <a:schemeClr val="bg1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5806440" y="41879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Journal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7726680" y="4187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Pending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257300"/>
            <a:ext cx="228600" cy="228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097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Hard to keep daily routines consistent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34540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874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Manual tracking is inconvenient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697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1178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651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Need one platform for daily records and progress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8902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51560" y="3429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Completed and pending habits are unclear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26280" y="105156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4636008" y="1161288"/>
            <a:ext cx="347472" cy="34747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2876" y="1248156"/>
            <a:ext cx="173736" cy="17373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056632" y="11430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Manual Tracking</a:t>
            </a:r>
            <a:endParaRPr lang="en-US" sz="1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4296" y="1965960"/>
            <a:ext cx="164592" cy="16459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4910328" y="178308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Scattered notes and records</a:t>
            </a:r>
            <a:endParaRPr lang="en-US" sz="12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296" y="2551176"/>
            <a:ext cx="164592" cy="164592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4910328" y="236829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Hard to spot pending habits</a:t>
            </a:r>
            <a:endParaRPr lang="en-US" sz="12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4296" y="3136392"/>
            <a:ext cx="164592" cy="164592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4910328" y="295351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clear progress overview</a:t>
            </a:r>
            <a:endParaRPr lang="en-US" sz="12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4296" y="3721608"/>
            <a:ext cx="164592" cy="164592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4910328" y="353872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Time-consuming updates</a:t>
            </a:r>
            <a:endParaRPr lang="en-US" sz="1200" dirty="0"/>
          </a:p>
        </p:txBody>
      </p:sp>
      <p:sp>
        <p:nvSpPr>
          <p:cNvPr id="27" name="Shape 16"/>
          <p:cNvSpPr/>
          <p:nvPr/>
        </p:nvSpPr>
        <p:spPr>
          <a:xfrm>
            <a:off x="6675120" y="105156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F3F0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17"/>
          <p:cNvSpPr/>
          <p:nvPr/>
        </p:nvSpPr>
        <p:spPr>
          <a:xfrm>
            <a:off x="6784848" y="116128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71716" y="1248156"/>
            <a:ext cx="173736" cy="173736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7205472" y="11430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1D95"/>
                </a:solidFill>
              </a:rPr>
              <a:t>Digital Habit Tracker</a:t>
            </a:r>
            <a:endParaRPr lang="en-US" sz="12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03136" y="1965960"/>
            <a:ext cx="164592" cy="164592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7059168" y="178308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Centralized habit records</a:t>
            </a:r>
            <a:endParaRPr lang="en-US" sz="12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03136" y="2551176"/>
            <a:ext cx="164592" cy="164592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7059168" y="236829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Clear completed vs pending view</a:t>
            </a:r>
            <a:endParaRPr lang="en-US" sz="120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03136" y="3136392"/>
            <a:ext cx="164592" cy="164592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7059168" y="295351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Progress dashboard</a:t>
            </a:r>
            <a:endParaRPr lang="en-US" sz="120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03136" y="3721608"/>
            <a:ext cx="164592" cy="164592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7059168" y="353872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Quick updates in the web app</a:t>
            </a:r>
            <a:endParaRPr lang="en-US" sz="1200" dirty="0"/>
          </a:p>
        </p:txBody>
      </p:sp>
      <p:sp>
        <p:nvSpPr>
          <p:cNvPr id="39" name="Shape 23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Text 24"/>
          <p:cNvSpPr txBox="1"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Proposed solution: a web app that tracks habits, targets, dates, completion status and progress.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Objectives and Key Features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OBJECTIVES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15773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3258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Demonstrate MERN Stack development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280160"/>
            <a:ext cx="265176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01568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868" y="157734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977640" y="13258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Implement CRUD operations using MongoDB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6480" y="1280160"/>
            <a:ext cx="265176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36208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08" y="157734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812280" y="13258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Build REST APIs using Node.js and Express.js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2194560"/>
            <a:ext cx="265176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66928" y="2377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" y="249174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43000" y="2240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Develop an interactive frontend with React.js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291840" y="2194560"/>
            <a:ext cx="265176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401568" y="2377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5868" y="2491740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3977640" y="2240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Add authentication and role-based access where required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126480" y="2194560"/>
            <a:ext cx="265176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236208" y="2377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508" y="2491740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812280" y="2240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Display project information and results clearly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3200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57200" y="3520440"/>
            <a:ext cx="192024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630168"/>
            <a:ext cx="310896" cy="31089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94360" y="39959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Add, view, update and delete habits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2560320" y="3520440"/>
            <a:ext cx="1920240" cy="109728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7480" y="3630168"/>
            <a:ext cx="310896" cy="310896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2697480" y="39959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Set daily targets and track completion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4663440" y="3520440"/>
            <a:ext cx="192024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3630168"/>
            <a:ext cx="310896" cy="310896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4800600" y="39959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View habit history and progress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6766560" y="3520440"/>
            <a:ext cx="1920240" cy="109728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3720" y="3630168"/>
            <a:ext cx="310896" cy="310896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6903720" y="39959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Manage habit records efficiently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System Architecture and MERN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8872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59536" y="114300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1239012"/>
            <a:ext cx="192024" cy="1920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12064" y="1572768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User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673352" y="1536192"/>
            <a:ext cx="164592" cy="201168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65376" y="1051560"/>
            <a:ext cx="118872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267712" y="11430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724" y="1239012"/>
            <a:ext cx="192024" cy="1920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920240" y="1572768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React.js Frontend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081528" y="1536192"/>
            <a:ext cx="164592" cy="201168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73552" y="1051560"/>
            <a:ext cx="118872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75888" y="1143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1239012"/>
            <a:ext cx="192024" cy="1920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328416" y="1572768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Node.js and Express.js REST APIs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489704" y="1536192"/>
            <a:ext cx="164592" cy="201168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681728" y="1051560"/>
            <a:ext cx="118872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084064" y="114300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076" y="1239012"/>
            <a:ext cx="192024" cy="1920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736592" y="1572768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MongoDB Database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897880" y="1536192"/>
            <a:ext cx="164592" cy="201168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089904" y="1051560"/>
            <a:ext cx="118872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492240" y="1143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252" y="1239012"/>
            <a:ext cx="192024" cy="19202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144768" y="1572768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API Response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7306056" y="1536192"/>
            <a:ext cx="164592" cy="201168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7498080" y="1051560"/>
            <a:ext cx="118872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900416" y="11430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6428" y="1239012"/>
            <a:ext cx="192024" cy="19202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552944" y="1572768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React.js Dashboard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The React.js frontend sends HTTP requests; the Express.js APIs read and write MongoDB, then the response is shown on the dashboard.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57200" y="2880360"/>
            <a:ext cx="19202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594360" y="299923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230" y="3102102"/>
            <a:ext cx="205740" cy="20574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115568" y="29992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MongoDB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594360" y="352044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Stores habit details, dates, targets, completion status and user records.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2560320" y="2880360"/>
            <a:ext cx="19202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2697480" y="2999232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0350" y="3102102"/>
            <a:ext cx="205740" cy="20574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3218688" y="29992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Express.js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2697480" y="352044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Defines and manages the backend API routes.</a:t>
            </a:r>
            <a:endParaRPr lang="en-US" sz="1200" dirty="0"/>
          </a:p>
        </p:txBody>
      </p:sp>
      <p:sp>
        <p:nvSpPr>
          <p:cNvPr id="43" name="Shape 33"/>
          <p:cNvSpPr/>
          <p:nvPr/>
        </p:nvSpPr>
        <p:spPr>
          <a:xfrm>
            <a:off x="4663440" y="2880360"/>
            <a:ext cx="19202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4800600" y="299923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3470" y="3102102"/>
            <a:ext cx="205740" cy="20574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5321808" y="29992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React.js</a:t>
            </a:r>
            <a:endParaRPr lang="en-US" sz="1500" dirty="0"/>
          </a:p>
        </p:txBody>
      </p:sp>
      <p:sp>
        <p:nvSpPr>
          <p:cNvPr id="47" name="Text 36"/>
          <p:cNvSpPr txBox="1"/>
          <p:nvPr/>
        </p:nvSpPr>
        <p:spPr>
          <a:xfrm>
            <a:off x="4800600" y="352044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Provides the interactive user interface and progress dashboard.</a:t>
            </a:r>
            <a:endParaRPr lang="en-US" sz="1200" dirty="0"/>
          </a:p>
        </p:txBody>
      </p:sp>
      <p:sp>
        <p:nvSpPr>
          <p:cNvPr id="48" name="Shape 37"/>
          <p:cNvSpPr/>
          <p:nvPr/>
        </p:nvSpPr>
        <p:spPr>
          <a:xfrm>
            <a:off x="6766560" y="2880360"/>
            <a:ext cx="19202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6903720" y="2999232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6590" y="3102102"/>
            <a:ext cx="205740" cy="205740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7424928" y="29992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Node.js</a:t>
            </a:r>
            <a:endParaRPr lang="en-US" sz="1500" dirty="0"/>
          </a:p>
        </p:txBody>
      </p:sp>
      <p:sp>
        <p:nvSpPr>
          <p:cNvPr id="52" name="Text 40"/>
          <p:cNvSpPr txBox="1"/>
          <p:nvPr/>
        </p:nvSpPr>
        <p:spPr>
          <a:xfrm>
            <a:off x="6903720" y="352044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Runs the backend server and handles requests.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Database Design and CRUD Operations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4805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004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1D95"/>
                          </a:solidFill>
                        </a:rPr>
                        <a:t>habitId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Unique habit identifier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1D95"/>
                          </a:solidFill>
                        </a:rPr>
                        <a:t>userId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User associated with the habit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1D95"/>
                          </a:solidFill>
                        </a:rPr>
                        <a:t>habitName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Name of the habit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1D95"/>
                          </a:solidFill>
                        </a:rPr>
                        <a:t>date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Date for tracking the habit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1D95"/>
                          </a:solidFill>
                        </a:rPr>
                        <a:t>target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Daily target or goal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1D95"/>
                          </a:solidFill>
                        </a:rPr>
                        <a:t>completed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Boolean completion status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1D95"/>
                          </a:solidFill>
                        </a:rPr>
                        <a:t>createdAt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Record creation timestamp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166360" y="105156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49240" y="11430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</a:rPr>
              <a:t>habits collection - sample record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349240" y="1417320"/>
            <a:ext cx="3200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"habitId": </a:t>
            </a:r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"H001",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"userId": </a:t>
            </a:r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"U101",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"habitName": </a:t>
            </a:r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"Drink Water",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"date": </a:t>
            </a:r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"2026-10-10",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"target": </a:t>
            </a:r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"8 glasses",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"completed": </a:t>
            </a:r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"createdAt": </a:t>
            </a:r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"2026-10-10T07:30:00Z"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611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CRUD WORKFLOW:  React.js UI  →  Express.js REST API  →  MongoDB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3913632"/>
            <a:ext cx="19202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913632"/>
            <a:ext cx="502920" cy="77724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3913632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3931920"/>
            <a:ext cx="1280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</a:rPr>
              <a:t>Create (POST)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Add a new habit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560320" y="3913632"/>
            <a:ext cx="19202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60320" y="3913632"/>
            <a:ext cx="502920" cy="77724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560320" y="3913632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3931920"/>
            <a:ext cx="1280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</a:rPr>
              <a:t>Read (GET)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View habits and daily progress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3913632"/>
            <a:ext cx="19202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63440" y="3913632"/>
            <a:ext cx="502920" cy="77724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63440" y="3913632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U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5257800" y="3931920"/>
            <a:ext cx="1280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</a:rPr>
              <a:t>Update (PUT)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Edit targets or completion status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766560" y="3913632"/>
            <a:ext cx="19202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66560" y="3913632"/>
            <a:ext cx="502920" cy="77724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766560" y="3913632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7360920" y="3931920"/>
            <a:ext cx="1280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</a:rPr>
              <a:t>Delete (DELETE)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Remove unwanted habits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Workflow, UI and Authentication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051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 opens the application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6184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 signs in or registers (if authentication is implemented)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3113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1854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 adds a habit and sets its target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98064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798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7523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Backend APIs store the habit in MongoDB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64992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3192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 marks the habit completed or updates its status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3886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Dashboard shows completed habits, pending tasks and progress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1051560"/>
            <a:ext cx="4297680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1051560"/>
            <a:ext cx="429768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53712" y="1051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My Habits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680960" y="1124712"/>
            <a:ext cx="868680" cy="265176"/>
          </a:xfrm>
          <a:prstGeom prst="roundRect">
            <a:avLst>
              <a:gd name="adj" fmla="val 4827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0" y="1124712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+ Add Habit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26280" y="1627632"/>
            <a:ext cx="237744" cy="237744"/>
          </a:xfrm>
          <a:prstGeom prst="ellipse">
            <a:avLst/>
          </a:prstGeom>
          <a:solidFill>
            <a:schemeClr val="bg1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46320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Drink Water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1792224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 / 8 glasses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1984248"/>
            <a:ext cx="1600200" cy="5486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1984248"/>
            <a:ext cx="120015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36776"/>
            <a:ext cx="155448" cy="155448"/>
          </a:xfrm>
          <a:prstGeom prst="rect">
            <a:avLst/>
          </a:prstGeom>
        </p:spPr>
      </p:pic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1636776"/>
            <a:ext cx="155448" cy="155448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4526280" y="2130552"/>
            <a:ext cx="237744" cy="23774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16" y="2189988"/>
            <a:ext cx="118872" cy="118872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4846320" y="2103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Read 20 pages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4846320" y="2295144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20 / 20 pages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4846320" y="2487168"/>
            <a:ext cx="1600200" cy="5486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4846320" y="2487168"/>
            <a:ext cx="1600200" cy="5486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39696"/>
            <a:ext cx="155448" cy="155448"/>
          </a:xfrm>
          <a:prstGeom prst="rect">
            <a:avLst/>
          </a:prstGeom>
        </p:spPr>
      </p:pic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424" y="2139696"/>
            <a:ext cx="155448" cy="155448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4526280" y="2633472"/>
            <a:ext cx="237744" cy="23774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2692908"/>
            <a:ext cx="118872" cy="118872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4846320" y="2606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Exercise</a:t>
            </a:r>
            <a:endParaRPr lang="en-US" sz="1100" dirty="0"/>
          </a:p>
        </p:txBody>
      </p:sp>
      <p:sp>
        <p:nvSpPr>
          <p:cNvPr id="44" name="Text 36"/>
          <p:cNvSpPr txBox="1"/>
          <p:nvPr/>
        </p:nvSpPr>
        <p:spPr>
          <a:xfrm>
            <a:off x="4846320" y="2798064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30 / 30 min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4846320" y="2990088"/>
            <a:ext cx="1600200" cy="5486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4846320" y="2990088"/>
            <a:ext cx="1600200" cy="5486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2642616"/>
            <a:ext cx="155448" cy="155448"/>
          </a:xfrm>
          <a:prstGeom prst="rect">
            <a:avLst/>
          </a:prstGeom>
        </p:spPr>
      </p:pic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1424" y="2642616"/>
            <a:ext cx="155448" cy="155448"/>
          </a:xfrm>
          <a:prstGeom prst="rect">
            <a:avLst/>
          </a:prstGeom>
        </p:spPr>
      </p:pic>
      <p:sp>
        <p:nvSpPr>
          <p:cNvPr id="49" name="Shape 39"/>
          <p:cNvSpPr/>
          <p:nvPr/>
        </p:nvSpPr>
        <p:spPr>
          <a:xfrm>
            <a:off x="4526280" y="3136392"/>
            <a:ext cx="237744" cy="237744"/>
          </a:xfrm>
          <a:prstGeom prst="ellipse">
            <a:avLst/>
          </a:prstGeom>
          <a:solidFill>
            <a:schemeClr val="bg1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4846320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Meditate</a:t>
            </a:r>
            <a:endParaRPr lang="en-US" sz="1100" dirty="0"/>
          </a:p>
        </p:txBody>
      </p:sp>
      <p:sp>
        <p:nvSpPr>
          <p:cNvPr id="51" name="Text 41"/>
          <p:cNvSpPr txBox="1"/>
          <p:nvPr/>
        </p:nvSpPr>
        <p:spPr>
          <a:xfrm>
            <a:off x="4846320" y="3300984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 / 10 min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4846320" y="3493008"/>
            <a:ext cx="1600200" cy="5486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3145536"/>
            <a:ext cx="155448" cy="155448"/>
          </a:xfrm>
          <a:prstGeom prst="rect">
            <a:avLst/>
          </a:prstGeom>
        </p:spPr>
      </p:pic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21424" y="3145536"/>
            <a:ext cx="155448" cy="155448"/>
          </a:xfrm>
          <a:prstGeom prst="rect">
            <a:avLst/>
          </a:prstGeom>
        </p:spPr>
      </p:pic>
      <p:graphicFrame>
        <p:nvGraphicFramePr>
          <p:cNvPr id="55" name="Chart 0" descr=""/>
          <p:cNvGraphicFramePr/>
          <p:nvPr/>
        </p:nvGraphicFramePr>
        <p:xfrm>
          <a:off x="7269480" y="1645920"/>
          <a:ext cx="118872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56" name="Text 43"/>
          <p:cNvSpPr txBox="1"/>
          <p:nvPr/>
        </p:nvSpPr>
        <p:spPr>
          <a:xfrm>
            <a:off x="7269480" y="2011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50%</a:t>
            </a:r>
            <a:endParaRPr lang="en-US" sz="1600" dirty="0"/>
          </a:p>
        </p:txBody>
      </p:sp>
      <p:sp>
        <p:nvSpPr>
          <p:cNvPr id="57" name="Text 44"/>
          <p:cNvSpPr txBox="1"/>
          <p:nvPr/>
        </p:nvSpPr>
        <p:spPr>
          <a:xfrm>
            <a:off x="7132320" y="28803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 of 4 done</a:t>
            </a:r>
            <a:endParaRPr lang="en-US" sz="1000" dirty="0"/>
          </a:p>
        </p:txBody>
      </p:sp>
      <p:sp>
        <p:nvSpPr>
          <p:cNvPr id="58" name="Shape 45"/>
          <p:cNvSpPr/>
          <p:nvPr/>
        </p:nvSpPr>
        <p:spPr>
          <a:xfrm>
            <a:off x="7178040" y="3200400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69480" y="3291840"/>
            <a:ext cx="182880" cy="182880"/>
          </a:xfrm>
          <a:prstGeom prst="rect">
            <a:avLst/>
          </a:prstGeom>
        </p:spPr>
      </p:pic>
      <p:sp>
        <p:nvSpPr>
          <p:cNvPr id="60" name="Text 46"/>
          <p:cNvSpPr txBox="1"/>
          <p:nvPr/>
        </p:nvSpPr>
        <p:spPr>
          <a:xfrm>
            <a:off x="7516368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12-day streak</a:t>
            </a:r>
            <a:endParaRPr lang="en-US" sz="1000" dirty="0"/>
          </a:p>
        </p:txBody>
      </p:sp>
      <p:sp>
        <p:nvSpPr>
          <p:cNvPr id="61" name="Text 47"/>
          <p:cNvSpPr txBox="1"/>
          <p:nvPr/>
        </p:nvSpPr>
        <p:spPr>
          <a:xfrm>
            <a:off x="4526280" y="3703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This week (history)</a:t>
            </a:r>
            <a:endParaRPr lang="en-US" sz="1000" dirty="0"/>
          </a:p>
        </p:txBody>
      </p:sp>
      <p:sp>
        <p:nvSpPr>
          <p:cNvPr id="62" name="Shape 48"/>
          <p:cNvSpPr/>
          <p:nvPr/>
        </p:nvSpPr>
        <p:spPr>
          <a:xfrm>
            <a:off x="4526280" y="3959352"/>
            <a:ext cx="274320" cy="274320"/>
          </a:xfrm>
          <a:prstGeom prst="ellipse">
            <a:avLst/>
          </a:prstGeom>
          <a:solidFill>
            <a:schemeClr val="accent4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63" name="Text 49"/>
          <p:cNvSpPr txBox="1"/>
          <p:nvPr/>
        </p:nvSpPr>
        <p:spPr>
          <a:xfrm>
            <a:off x="4526280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</a:t>
            </a:r>
            <a:endParaRPr lang="en-US" sz="1000" dirty="0"/>
          </a:p>
        </p:txBody>
      </p:sp>
      <p:sp>
        <p:nvSpPr>
          <p:cNvPr id="64" name="Shape 50"/>
          <p:cNvSpPr/>
          <p:nvPr/>
        </p:nvSpPr>
        <p:spPr>
          <a:xfrm>
            <a:off x="4892040" y="3959352"/>
            <a:ext cx="274320" cy="274320"/>
          </a:xfrm>
          <a:prstGeom prst="ellipse">
            <a:avLst/>
          </a:prstGeom>
          <a:solidFill>
            <a:schemeClr val="accent4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65" name="Text 51"/>
          <p:cNvSpPr txBox="1"/>
          <p:nvPr/>
        </p:nvSpPr>
        <p:spPr>
          <a:xfrm>
            <a:off x="4892040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T</a:t>
            </a:r>
            <a:endParaRPr lang="en-US" sz="1000" dirty="0"/>
          </a:p>
        </p:txBody>
      </p:sp>
      <p:sp>
        <p:nvSpPr>
          <p:cNvPr id="66" name="Shape 52"/>
          <p:cNvSpPr/>
          <p:nvPr/>
        </p:nvSpPr>
        <p:spPr>
          <a:xfrm>
            <a:off x="5257800" y="3959352"/>
            <a:ext cx="274320" cy="274320"/>
          </a:xfrm>
          <a:prstGeom prst="ellipse">
            <a:avLst/>
          </a:prstGeom>
          <a:solidFill>
            <a:schemeClr val="accent4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67" name="Text 53"/>
          <p:cNvSpPr txBox="1"/>
          <p:nvPr/>
        </p:nvSpPr>
        <p:spPr>
          <a:xfrm>
            <a:off x="5257800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W</a:t>
            </a:r>
            <a:endParaRPr lang="en-US" sz="1000" dirty="0"/>
          </a:p>
        </p:txBody>
      </p:sp>
      <p:sp>
        <p:nvSpPr>
          <p:cNvPr id="68" name="Shape 54"/>
          <p:cNvSpPr/>
          <p:nvPr/>
        </p:nvSpPr>
        <p:spPr>
          <a:xfrm>
            <a:off x="5623560" y="3959352"/>
            <a:ext cx="274320" cy="274320"/>
          </a:xfrm>
          <a:prstGeom prst="ellipse">
            <a:avLst/>
          </a:prstGeom>
          <a:solidFill>
            <a:schemeClr val="accent4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69" name="Text 55"/>
          <p:cNvSpPr txBox="1"/>
          <p:nvPr/>
        </p:nvSpPr>
        <p:spPr>
          <a:xfrm>
            <a:off x="5623560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T</a:t>
            </a:r>
            <a:endParaRPr lang="en-US" sz="1000" dirty="0"/>
          </a:p>
        </p:txBody>
      </p:sp>
      <p:sp>
        <p:nvSpPr>
          <p:cNvPr id="70" name="Shape 56"/>
          <p:cNvSpPr/>
          <p:nvPr/>
        </p:nvSpPr>
        <p:spPr>
          <a:xfrm>
            <a:off x="5989320" y="3959352"/>
            <a:ext cx="274320" cy="2743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1" name="Text 57"/>
          <p:cNvSpPr txBox="1"/>
          <p:nvPr/>
        </p:nvSpPr>
        <p:spPr>
          <a:xfrm>
            <a:off x="5989320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F</a:t>
            </a:r>
            <a:endParaRPr lang="en-US" sz="1000" dirty="0"/>
          </a:p>
        </p:txBody>
      </p:sp>
      <p:sp>
        <p:nvSpPr>
          <p:cNvPr id="72" name="Shape 58"/>
          <p:cNvSpPr/>
          <p:nvPr/>
        </p:nvSpPr>
        <p:spPr>
          <a:xfrm>
            <a:off x="6355080" y="3959352"/>
            <a:ext cx="274320" cy="274320"/>
          </a:xfrm>
          <a:prstGeom prst="ellipse">
            <a:avLst/>
          </a:prstGeom>
          <a:solidFill>
            <a:schemeClr val="bg1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73" name="Text 59"/>
          <p:cNvSpPr txBox="1"/>
          <p:nvPr/>
        </p:nvSpPr>
        <p:spPr>
          <a:xfrm>
            <a:off x="6355080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S</a:t>
            </a:r>
            <a:endParaRPr lang="en-US" sz="1000" dirty="0"/>
          </a:p>
        </p:txBody>
      </p:sp>
      <p:sp>
        <p:nvSpPr>
          <p:cNvPr id="74" name="Shape 60"/>
          <p:cNvSpPr/>
          <p:nvPr/>
        </p:nvSpPr>
        <p:spPr>
          <a:xfrm>
            <a:off x="6720840" y="3959352"/>
            <a:ext cx="274320" cy="274320"/>
          </a:xfrm>
          <a:prstGeom prst="ellipse">
            <a:avLst/>
          </a:prstGeom>
          <a:solidFill>
            <a:schemeClr val="bg1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75" name="Text 61"/>
          <p:cNvSpPr txBox="1"/>
          <p:nvPr/>
        </p:nvSpPr>
        <p:spPr>
          <a:xfrm>
            <a:off x="6720840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S</a:t>
            </a:r>
            <a:endParaRPr lang="en-US" sz="1000" dirty="0"/>
          </a:p>
        </p:txBody>
      </p:sp>
      <p:sp>
        <p:nvSpPr>
          <p:cNvPr id="76" name="Text 62"/>
          <p:cNvSpPr txBox="1"/>
          <p:nvPr/>
        </p:nvSpPr>
        <p:spPr>
          <a:xfrm>
            <a:off x="457200" y="45537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Role-based access is shown only where required and implemented. The dashboard is a proposed interface, not a screenshot of a finished application.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Outcomes, Benefits and 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972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Expected Outcomes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544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functional web-based habit management system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Efficient storage and retrieval of habit records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Successful implementation of CRUD operations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RESTful frontend-backend communication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clear dashboard for daily progress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Authentication and role-based access, if included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005840"/>
            <a:ext cx="40233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00600" y="109728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8872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Benefits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15544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Encourages consistency and discipline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Simplifies daily goal tracking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Provides organized habit records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Helps users understand their progress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Demonstrates practical full-stack web development skills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3520440"/>
            <a:ext cx="822960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85800" y="361188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“The Habit Tracking Application demonstrates how the MERN Stack can be used to build an interactive, data-driven web application that helps users manage daily habits, monitor targets, and track progress efficiently.”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0" y="3703320"/>
            <a:ext cx="292608" cy="29260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3776472"/>
            <a:ext cx="146304" cy="14630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784848" y="3703320"/>
            <a:ext cx="292608" cy="29260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776472"/>
            <a:ext cx="146304" cy="14630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168896" y="3703320"/>
            <a:ext cx="292608" cy="29260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48" y="3776472"/>
            <a:ext cx="146304" cy="14630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0936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Thank You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bitTracker">
  <a:themeElements>
    <a:clrScheme name="HabitTracker">
      <a:dk1>
        <a:srgbClr val="1E1B4B"/>
      </a:dk1>
      <a:lt1>
        <a:srgbClr val="FFFFFF"/>
      </a:lt1>
      <a:dk2>
        <a:srgbClr val="4C1D95"/>
      </a:dk2>
      <a:lt2>
        <a:srgbClr val="F3F0FF"/>
      </a:lt2>
      <a:accent1>
        <a:srgbClr val="7C3AED"/>
      </a:accent1>
      <a:accent2>
        <a:srgbClr val="2563EB"/>
      </a:accent2>
      <a:accent3>
        <a:srgbClr val="06B6D4"/>
      </a:accent3>
      <a:accent4>
        <a:srgbClr val="22C55E"/>
      </a:accent4>
      <a:accent5>
        <a:srgbClr val="F59E0B"/>
      </a:accent5>
      <a:accent6>
        <a:srgbClr val="EC4899"/>
      </a:accent6>
      <a:hlink>
        <a:srgbClr val="2563EB"/>
      </a:hlink>
      <a:folHlink>
        <a:srgbClr val="7C3AED"/>
      </a:folHlink>
    </a:clrScheme>
    <a:fontScheme name="HabitTrack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Habit Tracking Application - MERN Stack</dc:title>
  <dc:subject>PptxGenJS Presentation</dc:subject>
  <dc:creator>PptxGenJS</dc:creator>
  <cp:lastModifiedBy>PptxGenJS</cp:lastModifiedBy>
  <cp:revision>1</cp:revision>
  <dcterms:created xsi:type="dcterms:W3CDTF">2026-10-10T04:30:30Z</dcterms:created>
  <dcterms:modified xsi:type="dcterms:W3CDTF">2026-10-10T04:30:30Z</dcterms:modified>
</cp:coreProperties>
</file>